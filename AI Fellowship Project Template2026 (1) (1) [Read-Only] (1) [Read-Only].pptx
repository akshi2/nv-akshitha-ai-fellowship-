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6" r:id="rId10"/>
  </p:sldIdLst>
  <p:sldSz cx="9144000" cy="5143500" type="screen16x9"/>
  <p:notesSz cx="5143500" cy="9144000"/>
  <p:custDataLst>
    <p:tags r:id="rId1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82" y="67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302781" y="4344678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302779" y="4471625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N V Akshitha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1879018" y="433613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924234" y="4279537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945013" y="44134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ammuyadav1600@gmail.com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3523298" y="4318413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545944" y="4275242"/>
            <a:ext cx="2315790" cy="446034"/>
            <a:chOff x="2918888" y="4260483"/>
            <a:chExt cx="2315790" cy="446034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2918888" y="4260483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2961807" y="4479082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205123" y="438146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68461" y="3462539"/>
            <a:ext cx="544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18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Automating digital campaigns with Excel and chatbots</a:t>
            </a:r>
            <a:r>
              <a:rPr lang="en-IN" sz="18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2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This project focuses on automating digital marketing campaigns using Microsoft Excel and AI chatbots. In today’s fast-paced marketing environment, creating content manually for different platforms is time-consuming and inefficient.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2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The project uses a structured dataset containing details such as product name, industry, target audience, marketing platform, and keywords. The data is cleaned and analyzed using Excel to ensure accuracy and consistency.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2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Based on this dataset, AI chatbots are used to generate marketing content such as captions, advertisements, and promotional messages through prompt engineering.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2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Additionally, dashboards and visualizations are created to identify trends in industries, platforms, and campaign goals.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2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Overall, this project demonstrates how the integration of data analytics and AI tools can improve marketing efficiency, reduce manual effort, and support better decision-making.</a:t>
            </a:r>
            <a:endParaRPr lang="en-US" sz="1200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617BC1-89B9-900D-4513-5E84E7056B2F}"/>
              </a:ext>
            </a:extLst>
          </p:cNvPr>
          <p:cNvSpPr txBox="1"/>
          <p:nvPr/>
        </p:nvSpPr>
        <p:spPr>
          <a:xfrm>
            <a:off x="277640" y="1235201"/>
            <a:ext cx="476291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4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In today’s digital marketing environment, businesses need to create large amounts of content for different platforms such as social media, email campaigns, and advertisements.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4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However, creating marketing content manually is time-consuming, repetitive, and often leads to inconsistencies.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4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Even though structured marketing data is available, it is difficult to quickly convert this data into effective and engaging marketing content.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US" sz="140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Additionally, there is a lack of integration between data analysis tools and AI-based content generation systems, which reduces efficiency and slows down decision-making.</a:t>
            </a:r>
            <a:endParaRPr lang="en-US" sz="1400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83933-720A-6162-6CFA-93075DB4ACC8}"/>
              </a:ext>
            </a:extLst>
          </p:cNvPr>
          <p:cNvSpPr txBox="1"/>
          <p:nvPr/>
        </p:nvSpPr>
        <p:spPr>
          <a:xfrm>
            <a:off x="125486" y="1046013"/>
            <a:ext cx="501547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challenges of manual marketing content creation and inefficient data usage, this project proposes an AI-assisted marketing analysis system using Microsoft Excel and AI chatbots.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involves collecting a structured marketing dataset and performing data cleaning using Excel to ensure accuracy and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preprocessing, the data is analyzed using pivot tables and charts to identify key trends such as industry distribution, platform usage, and campaign goals.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chatbots are then integrated using prompt engineering techniques to automatically generate marketing content such as captions, advertisements, and promotional messages based on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dashboards and visualizations are created to present insights in a clear and user-friendly manner, enabling faster and better decision-making.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8397" y="1032888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91292" y="1040574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8397" y="111372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47388" y="1040574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59825" y="1040574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5065" y="11243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0442" y="3637368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3177" y="3600792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0442" y="367394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1882" y="410215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 Excel ,Copilot , or AI Chatbots are integrated.]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70248" y="3581703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10785" y="3961303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127C6-A637-67A0-FE2B-227BDD9BDD69}"/>
              </a:ext>
            </a:extLst>
          </p:cNvPr>
          <p:cNvSpPr txBox="1"/>
          <p:nvPr/>
        </p:nvSpPr>
        <p:spPr>
          <a:xfrm>
            <a:off x="189688" y="1515332"/>
            <a:ext cx="411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Marketing Dataset (CSV/Excel)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Contains multiple rows and columns related to campaigns</a:t>
            </a:r>
          </a:p>
          <a:p>
            <a:r>
              <a:rPr lang="en-US" dirty="0"/>
              <a:t>Fields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/ Service Name ,Industry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Audience ,Marketing Platform Content Type ,Campaign Goal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DCE23A-A1A9-CDC6-004C-6EE1AC875270}"/>
              </a:ext>
            </a:extLst>
          </p:cNvPr>
          <p:cNvSpPr txBox="1"/>
          <p:nvPr/>
        </p:nvSpPr>
        <p:spPr>
          <a:xfrm>
            <a:off x="4572000" y="1431246"/>
            <a:ext cx="46024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using Microsoft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duplicates and handled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analysis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Pivot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Charts for industry &amp; platform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Keyword and campaign trend analysis</a:t>
            </a:r>
            <a:endParaRPr lang="en-IN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40" y="758614"/>
            <a:ext cx="4114800" cy="3195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advanced AI models to generate highly personalized and creative marketing content.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system with live data sources (social media, websites, CRM tools) for real-time campaign updates.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Content Generation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chatbots to create marketing content in multiple languages to target global audiences.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with APIs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APIs of platforms like Instagram, Facebook, and email tools to directly publish campaigns automatically.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to predict campaign performance, customer behavior, and trending marketing strategies.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Dashboard Visualization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dashboards with advanced tools like Power BI or Tableau for better insights.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Chatbot Integration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6BDD25-25BC-C967-DAEE-7C3C5A1DF264}"/>
              </a:ext>
            </a:extLst>
          </p:cNvPr>
          <p:cNvSpPr txBox="1"/>
          <p:nvPr/>
        </p:nvSpPr>
        <p:spPr>
          <a:xfrm>
            <a:off x="151584" y="1084927"/>
            <a:ext cx="457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how marketing data can be cleaned, analyzed, and transformed into meaningful insights using Microsoft Excel and AI chatbot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AI enables automatic generation of marketing content such as captions, advertisements, and promotional messages, reducing manual effort and saving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dashboards and visualizations helps in understanding marketing trends and supports better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highlights the effectiveness of combining data analytics with AI to improve productivity, efficiency, and marketing strategy development.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739</Words>
  <Application>Microsoft Office PowerPoint</Application>
  <PresentationFormat>On-screen Show (16:9)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Likhith N V</cp:lastModifiedBy>
  <cp:revision>35</cp:revision>
  <dcterms:created xsi:type="dcterms:W3CDTF">2026-02-18T09:17:23Z</dcterms:created>
  <dcterms:modified xsi:type="dcterms:W3CDTF">2026-04-09T13:31:44Z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